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MockMate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18CF8"/>
                </a:solidFill>
                <a:latin typeface="Segoe UI"/>
              </a:defRPr>
            </a:pPr>
            <a:r>
              <a:t>AI-Powered Mock Interview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3566160"/>
            <a:ext cx="2103120" cy="36576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Project Review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February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Introduction &amp;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Literature Survey (12 Points)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560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108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Module 1 — User Authentication &amp; Profile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57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Module 2 — AI-Powered Mock Interview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2062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Module 3 — Feedback &amp;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5487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7548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Module 4 — Question Bank &amp; Admin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3035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852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852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Conclusion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Introduction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72B6"/>
                </a:solidFill>
                <a:latin typeface="Segoe UI"/>
              </a:defRPr>
            </a:pPr>
            <a:r>
              <a:t>🔴 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•  Students lack access to realistic interview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0175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•  No personalized feedback on interview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6576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•  Anxiety and lack of confidence due to no 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297679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•  Expensive coaching and limited availability of mentors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9377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•  No structured way to track improvement over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459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Segoe UI"/>
              </a:defRPr>
            </a:pPr>
            <a:r>
              <a:t>🟢  Our Solution — MockMate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3774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•  AI-powered mock interviews anytime, anywhere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0175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•  Instant, detailed feedback on every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6576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•  Builds confidence through repeated 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97679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•  Free/affordable alternative to paid coaching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9377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•  Dashboard with progress tracking &amp;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Literature Survey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18CF8"/>
                </a:solidFill>
                <a:latin typeface="Segoe UI"/>
              </a:defRPr>
            </a:pPr>
            <a:r>
              <a:t>1. AI-Based Interview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Research on AI-driven platforms like Pramp, Interviewing.io that simulate real interview experiences using automated question generation and evaluation.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371600"/>
            <a:ext cx="34747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5544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Segoe UI"/>
              </a:defRPr>
            </a:pPr>
            <a:r>
              <a:t>2. Natural Language Processing (NLP) in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488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Studies on how NLP techniques are used to analyze and evaluate spoken/written responses in educational assessment tools.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71600"/>
            <a:ext cx="34747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5544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  <a:latin typeface="Segoe UI"/>
              </a:defRPr>
            </a:pPr>
            <a:r>
              <a:t>3. Speech Recognition &amp;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488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Literature on speech-to-text technologies (e.g., Google Speech API, Whisper) used for real-time transcription and response evaluation.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34747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  <a:latin typeface="Segoe UI"/>
              </a:defRPr>
            </a:pPr>
            <a:r>
              <a:t>4. Behavioral Interview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06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Research on STAR method (Situation, Task, Action, Result) evaluation frameworks used in HR tech platforms.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4023360"/>
            <a:ext cx="34747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206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72B6"/>
                </a:solidFill>
                <a:latin typeface="Segoe UI"/>
              </a:defRPr>
            </a:pPr>
            <a:r>
              <a:t>5. Machine Learning for Feedback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8006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Studies on ML models that provide automated, constructive feedback based on candidate performance metrics.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023360"/>
            <a:ext cx="34747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206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18CF8"/>
                </a:solidFill>
                <a:latin typeface="Segoe UI"/>
              </a:defRPr>
            </a:pPr>
            <a:r>
              <a:t>6. Large Language Models (LLMs)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8006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Research on GPT-based models and their application in generating domain-specific interview questions and evaluating answers.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Literature Survey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18CF8"/>
                </a:solidFill>
                <a:latin typeface="Segoe UI"/>
              </a:defRPr>
            </a:pPr>
            <a:r>
              <a:t>7. Computer-Assisted Language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Literature on how technology aids in improving communication skills, confidence, and fluency — relevant to interview preparation.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371600"/>
            <a:ext cx="34747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5544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Segoe UI"/>
              </a:defRPr>
            </a:pPr>
            <a:r>
              <a:t>8. Gamification in Learning Platforms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488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Studies on how gamification elements (scores, badges, progress tracking) improve user engagement in educational tools.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71600"/>
            <a:ext cx="34747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5544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  <a:latin typeface="Segoe UI"/>
              </a:defRPr>
            </a:pPr>
            <a:r>
              <a:t>9. Adaptive Learning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488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Research on systems that adjust difficulty and question types based on user performance, ensuring personalized learning paths.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34747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  <a:latin typeface="Segoe UI"/>
              </a:defRPr>
            </a:pPr>
            <a:r>
              <a:t>10. Web-Based Assessment Platforms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06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Literature on existing web-based assessment tools (e.g., HackerRank, LeetCode) and their architecture patterns.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4023360"/>
            <a:ext cx="34747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206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72B6"/>
                </a:solidFill>
                <a:latin typeface="Segoe UI"/>
              </a:defRPr>
            </a:pPr>
            <a:r>
              <a:t>11. Sentiment Analysis in Interviews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8006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Research on detecting confidence, nervousness, and sentiment from text/voice responses during interviews.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023360"/>
            <a:ext cx="34747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206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18CF8"/>
                </a:solidFill>
                <a:latin typeface="Segoe UI"/>
              </a:defRPr>
            </a:pPr>
            <a:r>
              <a:t>12. User Experience (UX) in EdTech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8006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Studies on UI/UX best practices for educational technology platforms to maximize usability and learning outcomes.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41832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Segoe UI"/>
              </a:defRPr>
            </a:pPr>
            <a:r>
              <a:t>Frontend (React / Next.js)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920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User Interface, Dashboard, Interview Screen, Auth Pages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834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Backend (Node.js / Python)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REST APIs, Authentication, Session Management, Business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114800"/>
            <a:ext cx="941832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4206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AI / ML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663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LLM API (OpenAI/Gemini), NLP Processing, Feedback Generation, Scoring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5486400"/>
            <a:ext cx="941832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5577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72B6"/>
                </a:solidFill>
                <a:latin typeface="Segoe UI"/>
              </a:defRPr>
            </a:pPr>
            <a:r>
              <a:t>Database &amp;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MongoDB/PostgreSQL, User Data, Question Bank, Interview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18CF8"/>
                </a:solidFill>
                <a:latin typeface="Segoe UI"/>
              </a:defRPr>
            </a:pPr>
            <a:r>
              <a:t>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840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18CF8"/>
                </a:solidFill>
                <a:latin typeface="Segoe UI"/>
              </a:defRPr>
            </a:pPr>
            <a:r>
              <a:t>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5212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18CF8"/>
                </a:solidFill>
                <a:latin typeface="Segoe UI"/>
              </a:defRPr>
            </a:pPr>
            <a:r>
              <a:t>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Module 1: User Authentication &amp; Profile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8CF8"/>
                </a:solidFill>
                <a:latin typeface="Segoe UI"/>
              </a:defRPr>
            </a:pPr>
            <a:r>
              <a:t>🔐 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Secure user registration &amp; login using email/password and OAuth (Google). JWT-based session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8CF8"/>
                </a:solidFill>
                <a:latin typeface="Segoe UI"/>
              </a:defRPr>
            </a:pPr>
            <a:r>
              <a:t>👤 Profile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Users can create and edit profiles with skills, experience level, target job roles, and preferences.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3035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8CF8"/>
                </a:solidFill>
                <a:latin typeface="Segoe UI"/>
              </a:defRPr>
            </a:pPr>
            <a:r>
              <a:t>📊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463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Personalized dashboard showing interview history, performance scores, streaks, and upcoming goals.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023360"/>
            <a:ext cx="53035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2062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8CF8"/>
                </a:solidFill>
                <a:latin typeface="Segoe UI"/>
              </a:defRPr>
            </a:pPr>
            <a:r>
              <a:t>🔒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8463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Password hashing with bcrypt, input validation, rate limiting, and secure API endpoints.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Module 2: AI-Powered Mock Interview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🤖 Dynamic Question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AI generates domain-specific questions (Technical, HR, Behavioral) based on user profile and selected role.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🎙️ Real-Time Answer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Supports text input and voice recording with speech-to-text transcription for natural interview simulation.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3035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⏱️ Timed Interview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463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Timer-based sessions that mimic real interview pressure with configurable duration per question.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023360"/>
            <a:ext cx="53035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2062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📝 AI-Based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8463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LLM evaluates responses for relevance, accuracy, depth, communication clarity, and provides a score.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Module 3: Feedback &amp;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Segoe UI"/>
              </a:defRPr>
            </a:pPr>
            <a:r>
              <a:t>📋 Detailed Answer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Each response receives feedback on relevance, clarity, completeness, and technical accuracy with suggestions.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Segoe UI"/>
              </a:defRPr>
            </a:pPr>
            <a:r>
              <a:t>⭐ Performance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Overall performance score with ratings for communication, technical knowledge, problem-solving, and confidence.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3035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Segoe UI"/>
              </a:defRPr>
            </a:pPr>
            <a:r>
              <a:t>💪 Strengths &amp; Improvements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463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AI identifies key strengths and specific areas that need improvement with actionable recommendations.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023360"/>
            <a:ext cx="53035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2062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Segoe UI"/>
              </a:defRPr>
            </a:pPr>
            <a:r>
              <a:t>📈 Historical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8463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Track performance over time with interactive charts, graphs, and comparison across different interview sessions.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Module 4: Question Bank &amp; Admin Panel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📚 Categorized Question 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Questions organized by domain (CS, IT, ECE), difficulty level (Easy, Medium, Hard), and job role.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🛠️ Admin CRUD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Admin interface to add, edit, delete, and manage questions. Bulk import/export functionality.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3035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📊 Usage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463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Track most-asked questions, common weak areas across all users, and question difficulty statistics.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023360"/>
            <a:ext cx="530352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2062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🏷️ Tagging &amp;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8463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Advanced tagging system with full-text search to quickly find and organize questions efficiently.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1031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18CF8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554480" cy="36576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React.js / Next.js</a:t>
            </a:r>
            <a:br/>
            <a:r>
              <a:t>Tailwind CSS</a:t>
            </a:r>
            <a:br/>
            <a:r>
              <a:t>Shadcn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98064" y="1463040"/>
            <a:ext cx="21031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80944" y="17373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72384" y="2377440"/>
            <a:ext cx="1554480" cy="3657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0944" y="274320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Node.js / Express</a:t>
            </a:r>
            <a:br/>
            <a:r>
              <a:t>Python (FastAPI)</a:t>
            </a:r>
            <a:br/>
            <a:r>
              <a:t>REST APIs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8928" y="1463040"/>
            <a:ext cx="21031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1808" y="17373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AI / 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13248" y="2377440"/>
            <a:ext cx="1554480" cy="36576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1808" y="274320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OpenAI / Gemini API</a:t>
            </a:r>
            <a:br/>
            <a:r>
              <a:t>Whisper (STT)</a:t>
            </a:r>
            <a:br/>
            <a:r>
              <a:t>NLP Libraries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79792" y="1463040"/>
            <a:ext cx="21031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62671" y="17373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472B6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54112" y="2377440"/>
            <a:ext cx="1554480" cy="36576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1" y="274320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MongoDB / PostgreSQL</a:t>
            </a:r>
            <a:br/>
            <a:r>
              <a:t>Redis (Caching)</a:t>
            </a:r>
            <a:br/>
            <a:r>
              <a:t>Cloudinary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0656" y="1463040"/>
            <a:ext cx="21031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3536" y="17373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D3EE"/>
                </a:solidFill>
                <a:latin typeface="Segoe UI"/>
              </a:defRPr>
            </a:pPr>
            <a:r>
              <a:t>DevOps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94976" y="2377440"/>
            <a:ext cx="1554480" cy="36576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03536" y="274320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Vercel / AWS</a:t>
            </a:r>
            <a:br/>
            <a:r>
              <a:t>Docker</a:t>
            </a:r>
            <a:br/>
            <a:r>
              <a:t>GitHub Actions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Conclusion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Segoe UI"/>
              </a:defRPr>
            </a:pPr>
            <a:r>
              <a:t>✅ 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28600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•  MockMate provides a comprehensive AI-driven interview preparation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7180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•  Addresses the gap between theoretical knowledge and practical interview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65760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•  Offers personalized, scalable, and affordable mock interview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34340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•  Real-time AI feedback helps students improve effectively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D3EE"/>
                </a:solidFill>
                <a:latin typeface="Segoe UI"/>
              </a:defRPr>
            </a:pPr>
            <a:r>
              <a:t>🚀  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2860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•  Video-based interviews with facial expression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9260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•  Multi-language support for regional accessibility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5661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•  Peer-to-peer mock interview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2062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•  Integration with job portals for direct placement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846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•  Mobile application (iOS &amp; Android)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3200400"/>
            <a:ext cx="2103120" cy="36576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18CF8"/>
                </a:solidFill>
                <a:latin typeface="Segoe UI"/>
              </a:defRPr>
            </a:pPr>
            <a:r>
              <a:t>MockMate — Ace Your Next Interview with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